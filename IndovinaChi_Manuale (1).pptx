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78A99-258F-AC0D-D1AF-077394C44137}" v="4" dt="2026-04-20T13:32:09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2CD83-8122-438F-81B6-618938F61562}" type="datetimeFigureOut">
              <a:t>20/04/2026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D58E4-9C86-4A05-B7C9-C304F5E2ADA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775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731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36576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2743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64008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18288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572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3716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201168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6459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1887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73736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27432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32004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384048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34747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1148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3891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466344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48463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" y="182880"/>
            <a:ext cx="365760" cy="73152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" y="182880"/>
            <a:ext cx="73152" cy="36576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182880"/>
            <a:ext cx="365760" cy="73152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979408" y="182880"/>
            <a:ext cx="73152" cy="3657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" y="4709160"/>
            <a:ext cx="365760" cy="73152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" y="4416552"/>
            <a:ext cx="73152" cy="3657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4709160"/>
            <a:ext cx="365760" cy="73152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979408" y="4416552"/>
            <a:ext cx="73152" cy="36576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164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► INSERT COIN 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00FF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0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INDOVINA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  <a:effectLst>
            <a:outerShdw blurRad="190500" dist="50800" dir="8100000" algn="bl" rotWithShape="0">
              <a:srgbClr val="00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00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CHI!</a:t>
            </a:r>
            <a:endParaRPr lang="en-US" sz="7200" dirty="0"/>
          </a:p>
        </p:txBody>
      </p:sp>
      <p:sp>
        <p:nvSpPr>
          <p:cNvPr id="35" name="Text 33"/>
          <p:cNvSpPr/>
          <p:nvPr/>
        </p:nvSpPr>
        <p:spPr>
          <a:xfrm>
            <a:off x="13716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MANUALE UTENTE UFFICIALE</a:t>
            </a:r>
            <a:endParaRPr lang="en-US" sz="16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51039" y="2798469"/>
            <a:ext cx="2728732" cy="180246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2025  |  Gruppo 1  |  Tutti i diritti riservati  | 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90500" dist="50800" dir="8100000" algn="bl" rotWithShape="0">
              <a:srgbClr val="00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00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COS'È INDOVINA CHI?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120640" cy="4069080"/>
          </a:xfrm>
          <a:prstGeom prst="rect">
            <a:avLst/>
          </a:prstGeom>
          <a:solidFill>
            <a:srgbClr val="1A1A3A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🎮  IL GIOCO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Chi è un gioco di deduzione classico per </a:t>
            </a:r>
            <a:r>
              <a:rPr lang="en-US" sz="12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 2 giocatori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Ogni giocatore sceglie una </a:t>
            </a:r>
            <a:r>
              <a:rPr lang="en-US" sz="12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segreta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 i 28 personaggi disponibili.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semplice: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indovinare il personaggio segreto dell'avversario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che lui indovini il tuo!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turno si fanno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Sì/No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sulle caratteristiche fisiche. Le carte dei personaggi che NON corrispondono vengono </a:t>
            </a: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abbattute (gialle)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restringere i sospettati.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777240"/>
            <a:ext cx="914400" cy="100584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777240"/>
            <a:ext cx="914400" cy="10058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965960"/>
            <a:ext cx="914400" cy="100584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965960"/>
            <a:ext cx="914400" cy="100584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154680"/>
            <a:ext cx="914400" cy="100584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154680"/>
            <a:ext cx="914400" cy="10058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0" y="4389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personaggi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 scoprire!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7589520" y="777240"/>
            <a:ext cx="1371600" cy="914400"/>
          </a:xfrm>
          <a:prstGeom prst="rect">
            <a:avLst/>
          </a:prstGeom>
          <a:solidFill>
            <a:srgbClr val="1A0A2E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758952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39FF14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IL MENU PRINCIPALE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777240"/>
            <a:ext cx="2011680" cy="2286000"/>
          </a:xfrm>
          <a:prstGeom prst="rect">
            <a:avLst/>
          </a:prstGeom>
          <a:solidFill>
            <a:srgbClr val="228B22"/>
          </a:solidFill>
          <a:ln w="38100">
            <a:solidFill>
              <a:srgbClr val="39FF14"/>
            </a:solidFill>
            <a:prstDash val="solid"/>
          </a:ln>
          <a:effectLst>
            <a:outerShdw blurRad="177800" dist="38100" dir="8100000" algn="bl" rotWithShape="0">
              <a:srgbClr val="39FF14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22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GIOCA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PERSONA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011680" cy="2743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76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giocatori sullo stesso schermo si sfidano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777240"/>
            <a:ext cx="2011680" cy="2286000"/>
          </a:xfrm>
          <a:prstGeom prst="rect">
            <a:avLst/>
          </a:prstGeom>
          <a:solidFill>
            <a:srgbClr val="1E5FBF"/>
          </a:solidFill>
          <a:ln w="38100">
            <a:solidFill>
              <a:srgbClr val="00FFFF"/>
            </a:solidFill>
            <a:prstDash val="solid"/>
          </a:ln>
          <a:effectLst>
            <a:outerShdw blurRad="177800" dist="38100" dir="8100000" algn="bl" rotWithShape="0">
              <a:srgbClr val="00FFFF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822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GIOCA CONTRO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IL COMPUTER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103120"/>
            <a:ext cx="2011680" cy="27432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176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 il bot in modalità Normale o Difficile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777240"/>
            <a:ext cx="2011680" cy="2286000"/>
          </a:xfrm>
          <a:prstGeom prst="rect">
            <a:avLst/>
          </a:prstGeom>
          <a:solidFill>
            <a:srgbClr val="8B5E00"/>
          </a:solidFill>
          <a:ln w="38100">
            <a:solidFill>
              <a:srgbClr val="FFD700"/>
            </a:solidFill>
            <a:prstDash val="solid"/>
          </a:ln>
          <a:effectLst>
            <a:outerShdw blurRad="177800" dist="38100" dir="8100000" algn="bl" rotWithShape="0">
              <a:srgbClr val="FFD7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822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CARICA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PARTITA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103120"/>
            <a:ext cx="2011680" cy="274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176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Riprendi da dove avevi lasciato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777240"/>
            <a:ext cx="2011680" cy="2286000"/>
          </a:xfrm>
          <a:prstGeom prst="rect">
            <a:avLst/>
          </a:prstGeom>
          <a:solidFill>
            <a:srgbClr val="8B1010"/>
          </a:solidFill>
          <a:ln w="38100">
            <a:solidFill>
              <a:srgbClr val="FF2222"/>
            </a:solidFill>
            <a:prstDash val="solid"/>
          </a:ln>
          <a:effectLst>
            <a:outerShdw blurRad="177800" dist="38100" dir="8100000" algn="bl" rotWithShape="0">
              <a:srgbClr val="FF2222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822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665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ESCI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2011680" cy="27432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176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Chiude il gioco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246120"/>
            <a:ext cx="8595360" cy="1737360"/>
          </a:xfrm>
          <a:prstGeom prst="rect">
            <a:avLst/>
          </a:prstGeom>
          <a:solidFill>
            <a:srgbClr val="1A1A3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 SUGGERIMENTO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iniziare una nuova partita contro il computer, ti verrà chiesto di scegliere la </a:t>
            </a:r>
            <a:r>
              <a:rPr lang="en-US" sz="11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difficoltà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
</a:t>
            </a:r>
            <a:r>
              <a:rPr lang="en-US" sz="11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Normale: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il bot fa domande ragionevoli, adatto a tutti.
</a:t>
            </a:r>
            <a:r>
              <a:rPr lang="en-US" sz="1150" b="1" dirty="0">
                <a:solidFill>
                  <a:srgbClr val="FF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Difficile: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il bot usa una strategia ottimizzata ad albero decisionale — molto più difficile da battere!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D7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 28 PERSONAGGI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64008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685800"/>
            <a:ext cx="2286000" cy="2743200"/>
          </a:xfrm>
          <a:prstGeom prst="rect">
            <a:avLst/>
          </a:prstGeom>
          <a:solidFill>
            <a:srgbClr val="1A1A3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749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CARATTERISTICHE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66560" y="114300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💇  Colore capelli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140817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Colore occhi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167335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🤎  Colore pelle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19385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🕶  Occhiali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220370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🧔  Barba / Baffi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246888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👒  Cappello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273405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 Capelli lunghi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29992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Pelato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2880" y="3520440"/>
            <a:ext cx="8778240" cy="1508760"/>
          </a:xfrm>
          <a:prstGeom prst="rect">
            <a:avLst/>
          </a:prstGeom>
          <a:solidFill>
            <a:srgbClr val="1A1A3A"/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 QUALCHE ESEMPIO: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86200"/>
            <a:ext cx="777240" cy="7772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" y="48828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Castano, M, barba</a:t>
            </a:r>
            <a:endParaRPr lang="en-US" sz="7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886200"/>
            <a:ext cx="777240" cy="7772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0312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2103120" y="48828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Castano, F, pelle nera</a:t>
            </a:r>
            <a:endParaRPr lang="en-US" sz="7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886200"/>
            <a:ext cx="777240" cy="7772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4048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840480" y="48828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Biondo, M, occhiali</a:t>
            </a:r>
            <a:endParaRPr lang="en-US" sz="7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886200"/>
            <a:ext cx="777240" cy="7772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7784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Scarlett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577840" y="48828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Rosso, F, occhiali</a:t>
            </a:r>
            <a:endParaRPr lang="en-US" sz="7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886200"/>
            <a:ext cx="777240" cy="7772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1520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315200" y="48828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Bianco, M, pelato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90500" dist="50800" dir="8100000" algn="bl" rotWithShape="0">
              <a:srgbClr val="00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00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COME SI GIOCA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777240"/>
            <a:ext cx="4206240" cy="1920240"/>
          </a:xfrm>
          <a:prstGeom prst="rect">
            <a:avLst/>
          </a:prstGeom>
          <a:solidFill>
            <a:srgbClr val="1A1A3A"/>
          </a:solidFill>
          <a:ln w="25400">
            <a:solidFill>
              <a:srgbClr val="FF00FF"/>
            </a:solidFill>
            <a:prstDash val="solid"/>
          </a:ln>
          <a:effectLst>
            <a:outerShdw blurRad="101600" dist="25400" dir="8100000" algn="bl" rotWithShape="0">
              <a:srgbClr val="FF00FF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548640" cy="548640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9144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SCEGLI IL PERSONAGGIO SEGRETO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3931920" cy="2286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356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All'inizio della partita, ogni giocatore sceglie (cliccando) la propria persona segreta dalla griglia. L'avversario non deve vederla!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1A1A3A"/>
          </a:solidFill>
          <a:ln w="25400">
            <a:solidFill>
              <a:srgbClr val="00FFFF"/>
            </a:solidFill>
            <a:prstDash val="solid"/>
          </a:ln>
          <a:effectLst>
            <a:outerShdw blurRad="101600" dist="25400" dir="8100000" algn="bl" rotWithShape="0">
              <a:srgbClr val="00FFFF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86968"/>
            <a:ext cx="548640" cy="54864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9144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 UNA DOMANDA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371600"/>
            <a:ext cx="3931920" cy="228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4356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 una domanda dal menu a tendina e clicca "Fai domanda". L'avversario risponde Sì o No (deve rispondere onestamente!).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880360"/>
            <a:ext cx="4206240" cy="1920240"/>
          </a:xfrm>
          <a:prstGeom prst="rect">
            <a:avLst/>
          </a:prstGeom>
          <a:solidFill>
            <a:srgbClr val="1A1A3A"/>
          </a:solidFill>
          <a:ln w="254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FFD7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90088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ABBATTI LE CARTE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393192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387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 alla risposta, le carte dei personaggi non compatibili diventano gialle e vengono escluse automaticamente.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206240" cy="1920240"/>
          </a:xfrm>
          <a:prstGeom prst="rect">
            <a:avLst/>
          </a:prstGeom>
          <a:solidFill>
            <a:srgbClr val="1A1A3A"/>
          </a:solidFill>
          <a:ln w="25400">
            <a:solidFill>
              <a:srgbClr val="39FF14"/>
            </a:solidFill>
            <a:prstDash val="solid"/>
          </a:ln>
          <a:effectLst>
            <a:outerShdw blurRad="101600" dist="25400" dir="8100000" algn="bl" rotWithShape="0">
              <a:srgbClr val="39FF14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90088"/>
            <a:ext cx="548640" cy="54864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 DI INDOVINARE!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3931920" cy="2286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5387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sei sicuro, clicca "Tenta di indovinare!" e scrivi il nome. Se sbagli, passa il turno all'avversario!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6B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kern="0" spc="400" dirty="0">
                <a:solidFill>
                  <a:srgbClr val="FF6B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SCHERMATA DI GIOCO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6B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9436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713232"/>
            <a:ext cx="2743200" cy="3108960"/>
          </a:xfrm>
          <a:prstGeom prst="rect">
            <a:avLst/>
          </a:prstGeom>
          <a:solidFill>
            <a:srgbClr val="1A1A3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📌  LEGENDA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188720"/>
            <a:ext cx="91440" cy="4114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1887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Griglia Giocatore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37960" y="1417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tue carte — abbattute in giallo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55080" y="1856232"/>
            <a:ext cx="91440" cy="41148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18562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Griglia Avversario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0848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carte del bot o del Giocatore 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2523744"/>
            <a:ext cx="91440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25237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Pannello Azioni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37960" y="27523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domande, pulsanti e turno attuale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55080" y="3191256"/>
            <a:ext cx="91440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31912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 Abbattute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37960" y="34198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Diventano gialle quando escluse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82880" y="3931920"/>
            <a:ext cx="8778240" cy="1078992"/>
          </a:xfrm>
          <a:prstGeom prst="rect">
            <a:avLst/>
          </a:prstGeom>
          <a:solidFill>
            <a:srgbClr val="1A1A3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MODALITÀ BOT: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pannello laterale trovi anche la tua persona segreta (con bordo giallo) — ricordatela! Il bot la conosce alla fine.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pulsanti si disattivano automaticamente durante il turno del computer.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00FF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0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 17 DOMANDE DISPONIBILI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731520"/>
            <a:ext cx="4389120" cy="1920240"/>
          </a:xfrm>
          <a:prstGeom prst="rect">
            <a:avLst/>
          </a:prstGeom>
          <a:solidFill>
            <a:srgbClr val="1A1A3A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💇 CAPELLI (5 domande)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73152" cy="2011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88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castani?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73152" cy="2011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neri?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73152" cy="2011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922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biondi?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112264"/>
            <a:ext cx="73152" cy="2011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93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rossi?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73152" cy="2011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957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bianchi?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2304288"/>
            <a:ext cx="4389120" cy="1316736"/>
          </a:xfrm>
          <a:prstGeom prst="rect">
            <a:avLst/>
          </a:prstGeom>
          <a:solidFill>
            <a:srgbClr val="1A1A3A"/>
          </a:solidFill>
          <a:ln w="25400">
            <a:solidFill>
              <a:srgbClr val="00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👁 OCCHI (3 domande)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79776"/>
            <a:ext cx="73152" cy="20116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7614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gli occhi marroni?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081528"/>
            <a:ext cx="73152" cy="20116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gli occhi blu?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73152" cy="20116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364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gli occhi verdi?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731520"/>
            <a:ext cx="4389120" cy="1316736"/>
          </a:xfrm>
          <a:prstGeom prst="rect">
            <a:avLst/>
          </a:prstGeom>
          <a:solidFill>
            <a:srgbClr val="1A1A3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🤎 PELLE (3 domande)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207008"/>
            <a:ext cx="73152" cy="2011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188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la pelle bianca?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1508760"/>
            <a:ext cx="73152" cy="2011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la pelle nera?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1810512"/>
            <a:ext cx="73152" cy="2011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17922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la pelle mulatta?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304288"/>
            <a:ext cx="4389120" cy="2221992"/>
          </a:xfrm>
          <a:prstGeom prst="rect">
            <a:avLst/>
          </a:prstGeom>
          <a:solidFill>
            <a:srgbClr val="1A1A3A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ALTRO (6 domande)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2779776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27614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maschio?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081528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0632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gli occhiali?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92040" y="3383280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2" name="Text 40"/>
          <p:cNvSpPr/>
          <p:nvPr/>
        </p:nvSpPr>
        <p:spPr>
          <a:xfrm>
            <a:off x="5074920" y="3364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 capelli lunghi?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3685032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4" name="Text 42"/>
          <p:cNvSpPr/>
          <p:nvPr/>
        </p:nvSpPr>
        <p:spPr>
          <a:xfrm>
            <a:off x="5074920" y="36667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la barba o i baffi?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92040" y="3986784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6" name="Text 44"/>
          <p:cNvSpPr/>
          <p:nvPr/>
        </p:nvSpPr>
        <p:spPr>
          <a:xfrm>
            <a:off x="5074920" y="39684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il cappello?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92040" y="4288536"/>
            <a:ext cx="73152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42702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pelato?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82880" y="4343400"/>
            <a:ext cx="8778240" cy="658368"/>
          </a:xfrm>
          <a:prstGeom prst="rect">
            <a:avLst/>
          </a:prstGeom>
          <a:solidFill>
            <a:srgbClr val="1A0A10"/>
          </a:solidFill>
          <a:ln w="19050">
            <a:solidFill>
              <a:srgbClr val="FF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ATTENZIONE: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domande già fatte vengono rimosse dal menu automaticamente. Se ottieni un Sì su un colore, le altre domande della stessa categoria scompaiono (già inutili!).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D7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💾  SALVA &amp; RIPRENDI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1A1A3A"/>
          </a:solidFill>
          <a:ln w="254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FFD7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 SALVARE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Durante la partita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il bottone arancione "Salva partita" nel pannello laterale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756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Conferma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Apparirà un messaggio "Partita salvata!" se l'operazione è riuscita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8254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Cosa viene salvato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05409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Personaggi scelti, carte abbattute, domande già fatte e turno corrente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75304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753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solo slot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8039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salva sempre nello stesso file — il salvataggio precedente viene sovrascritto!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777240"/>
            <a:ext cx="4297680" cy="4160520"/>
          </a:xfrm>
          <a:prstGeom prst="rect">
            <a:avLst/>
          </a:prstGeom>
          <a:solidFill>
            <a:srgbClr val="1A1A3A"/>
          </a:solidFill>
          <a:ln w="25400">
            <a:solidFill>
              <a:srgbClr val="00FFFF"/>
            </a:solidFill>
            <a:prstDash val="solid"/>
          </a:ln>
          <a:effectLst>
            <a:outerShdw blurRad="190500" dist="50800" dir="8100000" algn="bl" rotWithShape="0">
              <a:srgbClr val="00FFFF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 CARICARE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365760" cy="36576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 menu principale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5780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il bottone arancione "Carica partita salvata"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75688"/>
            <a:ext cx="365760" cy="36576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075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Ripristino automatico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23042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riporta la partita esattamente al punto in cui l'avevi lasciata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825496"/>
            <a:ext cx="365760" cy="36576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8254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non c'è salvataggio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30540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Apparirà un avviso: "Nessuna partita salvata" — il bottone non funzionerà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575304"/>
            <a:ext cx="365760" cy="365760"/>
          </a:xfrm>
          <a:prstGeom prst="ellipse">
            <a:avLst/>
          </a:prstGeom>
          <a:solidFill>
            <a:srgbClr val="FF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⚠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5753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importante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57800" y="38039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puoi caricare una partita salvata in modalità diversa (es. salvataggio bot in modalità persona)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✅ PUOI  VS  ❌ NON PUOI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406908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Shape 5"/>
          <p:cNvSpPr/>
          <p:nvPr/>
        </p:nvSpPr>
        <p:spPr>
          <a:xfrm>
            <a:off x="4800600" y="621792"/>
            <a:ext cx="4069080" cy="36576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13232"/>
            <a:ext cx="4069080" cy="4279392"/>
          </a:xfrm>
          <a:prstGeom prst="rect">
            <a:avLst/>
          </a:prstGeom>
          <a:solidFill>
            <a:srgbClr val="0A1A0A"/>
          </a:solidFill>
          <a:ln w="25400">
            <a:solidFill>
              <a:srgbClr val="39FF14"/>
            </a:solidFill>
            <a:prstDash val="solid"/>
          </a:ln>
          <a:effectLst>
            <a:outerShdw blurRad="152400" dist="38100" dir="8100000" algn="bl" rotWithShape="0">
              <a:srgbClr val="39FF1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795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PUOI FARE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Giocare in 2 sullo stesso PC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36776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18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Sfidare il bot in modalità Normale o Difficile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qualsiasi personaggio come segreto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tutte e 17 le domande disponibili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25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la partita in qualsiasi momento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e riprendere una partita salvata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48456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630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Tornare al menu principale a fine partita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32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Rigiocare immediatamente una nuova partita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453128"/>
            <a:ext cx="201168" cy="2011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Tentare di indovinare in qualsiasi momento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713232"/>
            <a:ext cx="4069080" cy="4279392"/>
          </a:xfrm>
          <a:prstGeom prst="rect">
            <a:avLst/>
          </a:prstGeom>
          <a:solidFill>
            <a:srgbClr val="1A0A0A"/>
          </a:solidFill>
          <a:ln w="25400">
            <a:solidFill>
              <a:srgbClr val="FF2222"/>
            </a:solidFill>
            <a:prstDash val="solid"/>
          </a:ln>
          <a:effectLst>
            <a:outerShdw blurRad="152400" dist="38100" dir="8100000" algn="bl" rotWithShape="0">
              <a:srgbClr val="FF2222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795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NON PUOI FARE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83480" y="1234440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Giocare online o in rete (solo locale)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1636776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1618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nuovi personaggi al gioco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2039112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le immagini dei personaggi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441448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Saltare il turno dell'avversario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2843784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2825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Rispondere in modo disonesto — il sistema forza la risposta corretta!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246120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la stessa domanda due volte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3648456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630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Avere più di un salvataggio contemporaneamente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83480" y="4050792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0" y="4032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un salvataggio bot in modalità persona (e viceversa)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83480" y="4453128"/>
            <a:ext cx="201168" cy="201168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Giocare senza aver selezionato un personaggio segreto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82296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4572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6576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731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288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27432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22860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2004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1148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457200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43891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  <a:effectLst>
            <a:outerShdw blurRad="152400" dist="38100" dir="8100000" algn="bl" rotWithShape="0">
              <a:srgbClr val="FFD7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CONSIGLI DA PRO 🏆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371600" y="621792"/>
            <a:ext cx="6400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77724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00FFFF"/>
            </a:solidFill>
            <a:prstDash val="solid"/>
          </a:ln>
          <a:effectLst>
            <a:outerShdw blurRad="101600" dist="25400" dir="8100000" algn="bl" rotWithShape="0">
              <a:srgbClr val="00FFFF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" y="1280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Inizia dal sesso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572768"/>
            <a:ext cx="2651760" cy="228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163677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"è maschio?" divide i 28 personaggi quasi a metà — è la mossa ottimale per iniziare e dimezzare subito i sospettati.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77724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39FF14"/>
            </a:solidFill>
            <a:prstDash val="solid"/>
          </a:ln>
          <a:effectLst>
            <a:outerShdw blurRad="101600" dist="25400" dir="8100000" algn="bl" rotWithShape="0">
              <a:srgbClr val="39FF1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5468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91840" y="1280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le categorie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1572768"/>
            <a:ext cx="2651760" cy="2286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8" name="Text 26"/>
          <p:cNvSpPr/>
          <p:nvPr/>
        </p:nvSpPr>
        <p:spPr>
          <a:xfrm>
            <a:off x="3264408" y="163677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domande sui capelli (5 colori) sono le più potenti: con una sola risposta escludi tutti i personaggi di altri colori.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77724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FF00FF"/>
            </a:solidFill>
            <a:prstDash val="solid"/>
          </a:ln>
          <a:effectLst>
            <a:outerShdw blurRad="101600" dist="25400" dir="8100000" algn="bl" rotWithShape="0">
              <a:srgbClr val="FF00FF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1280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aspettare troppo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572768"/>
            <a:ext cx="2651760" cy="2286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163677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 rimangono 2-3 carte e sei quasi sicuro, tenta di indovinare! Aspettare un altro turno dà al bot la possibilità di battere 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78892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FFD7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82880" y="2880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0040" y="3291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 spesso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584448"/>
            <a:ext cx="2651760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" y="364845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"Salva partita" prima di chiudere il gioco — c'è un solo slot, quindi tienilo aggiornato se vuoi poter riprendere.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54680" y="278892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FF2222"/>
            </a:solidFill>
            <a:prstDash val="solid"/>
          </a:ln>
          <a:effectLst>
            <a:outerShdw blurRad="101600" dist="25400" dir="8100000" algn="bl" rotWithShape="0">
              <a:srgbClr val="FF2222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154680" y="2880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291840" y="3291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Attenzione al bot Difficile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584448"/>
            <a:ext cx="2651760" cy="22860"/>
          </a:xfrm>
          <a:prstGeom prst="rect">
            <a:avLst/>
          </a:prstGeom>
          <a:solidFill>
            <a:srgbClr val="FF2222"/>
          </a:solidFill>
          <a:ln/>
        </p:spPr>
      </p:sp>
      <p:sp>
        <p:nvSpPr>
          <p:cNvPr id="43" name="Text 41"/>
          <p:cNvSpPr/>
          <p:nvPr/>
        </p:nvSpPr>
        <p:spPr>
          <a:xfrm>
            <a:off x="3264408" y="364845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modalità Difficile il bot usa un albero decisionale ottimizzato — risponde in modo logicamente impeccabile. Dovrai essere rapido!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2788920"/>
            <a:ext cx="2834640" cy="1828800"/>
          </a:xfrm>
          <a:prstGeom prst="rect">
            <a:avLst/>
          </a:prstGeom>
          <a:solidFill>
            <a:srgbClr val="1A1A3A"/>
          </a:solidFill>
          <a:ln w="19050">
            <a:solidFill>
              <a:srgbClr val="FF6B00"/>
            </a:solidFill>
            <a:prstDash val="solid"/>
          </a:ln>
          <a:effectLst>
            <a:outerShdw blurRad="101600" dist="25400" dir="8100000" algn="bl" rotWithShape="0">
              <a:srgbClr val="FF6B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26480" y="2880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63640" y="3291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Nascondi il tuo schermo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3584448"/>
            <a:ext cx="2651760" cy="228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8" name="Text 46"/>
          <p:cNvSpPr/>
          <p:nvPr/>
        </p:nvSpPr>
        <p:spPr>
          <a:xfrm>
            <a:off x="6236208" y="3648456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modalità 2 giocatori, assicurati che l'avversario non veda la tua schermata durante la selezione della persona segreta!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663440"/>
            <a:ext cx="9144000" cy="420624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4681728"/>
            <a:ext cx="9144000" cy="320040"/>
          </a:xfrm>
          <a:prstGeom prst="rect">
            <a:avLst/>
          </a:prstGeom>
          <a:noFill/>
          <a:ln/>
          <a:effectLst>
            <a:outerShdw blurRad="101600" dist="50800" dir="8100000" algn="bl" rotWithShape="0">
              <a:srgbClr val="FFD700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ON!  ·  Buona fortuna!  ·  HIGH SCORE: ????? 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Presentazione su schermo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</cp:revision>
  <dcterms:created xsi:type="dcterms:W3CDTF">2026-04-20T13:29:31Z</dcterms:created>
  <dcterms:modified xsi:type="dcterms:W3CDTF">2026-04-20T13:32:44Z</dcterms:modified>
</cp:coreProperties>
</file>